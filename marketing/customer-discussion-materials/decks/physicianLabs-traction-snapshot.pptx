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·  TRACTION SNAPSHOT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sessions. 5 physicians. One pivot.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June 2026  ·  What I ran. What came back. What I changed.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520440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PT / derm / chiro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 with medical school debt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$750 subscription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"Don't make the $200K mistake"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Pre-launch physicians don't feel the pain — confirmed by two independent interviews.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257800" y="1664208"/>
            <a:ext cx="3520440" cy="2514600"/>
          </a:xfrm>
          <a:prstGeom prst="rect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8105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40680" y="210312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Just-launched hospital-to-independent physician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Mid-career, disposable income, high conviction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$1,000 money-back PoC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"We find $20K you're owed, or it's free"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First paid commitment.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physicians said this without coordination: "Pre-launch physicians don't feel the pain."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·  TRACTION SNAPSHOT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numbers from outside my family.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$115 vs $290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Blue Cross visit.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 vs.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 gap — per patient,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Master, MD MBA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16-yr derm owner, Bellevue WA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Kellogg MBA · Kleiner Perkins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Netflix 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651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63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 / yr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221284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derm practice.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phone staff, two billing,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MAs — all driven by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solutions that don't talk.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Master, MD MBA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"$200K/year."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unprompted, with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headcount breakdown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651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9844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63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 → $1K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09360" y="221284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vs. prospective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them they'll save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$100K/year minimum."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Malleck, MD — Ortho surgeon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2nd clinic Jan 2026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in debt purely because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how horrible I set it up."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·  TRACTION SNAPSHOT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are. What we haven't proven yet.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TO DATE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7099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17647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commitment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(confirmed, uncollected — founder's brother)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59736"/>
            <a:ext cx="3886200" cy="13716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974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91640" y="27523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LOIs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Shaun Cowan · Yoan Kagoma · Hannan Qureshi + 2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3886200" cy="13716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850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691640" y="37398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sessions completed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independent physicians, 6 weeks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353312"/>
            <a:ext cx="13716" cy="2926080"/>
          </a:xfrm>
          <a:prstGeom prst="rect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NOT YET PROVEN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70992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85232" y="17373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non-family physician will pay.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85232" y="206654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target: one card charged — Shaun Cowan, Hannan Qureshi, or Matthew Tucci. One of these three closes, or I re-examine the offer.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2715768"/>
            <a:ext cx="3931920" cy="13716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0720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285232" y="283464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repeatable acquisition channel.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85232" y="3163824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target: one content experiment in AAPP, DPC Frontier, or r/whitecoatinvestor generates 5+ inbound DMs from physicians I've never met.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13716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prove out in 60 days — there is a business here.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Traction Snapshot</dc:title>
  <dc:subject>PptxGenJS Presentation</dc:subject>
  <dc:creator>PptxGenJS</dc:creator>
  <cp:lastModifiedBy>PptxGenJS</cp:lastModifiedBy>
  <cp:revision>1</cp:revision>
  <dcterms:created xsi:type="dcterms:W3CDTF">2026-06-17T01:13:39Z</dcterms:created>
  <dcterms:modified xsi:type="dcterms:W3CDTF">2026-06-17T01:13:39Z</dcterms:modified>
</cp:coreProperties>
</file>