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</a:rPr>
              <a:t>SLIDE 01  ·  ONE-SENTENCE PITCH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PhysicianLabs gives independent clinic operators </a:t>
            </a:r>
            <a:pPr algn="l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ROI visibility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every Growth decision 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0116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D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they recover revenue and thrive faster,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B8D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living across disconnected spreadsheets and tools.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3182112"/>
            <a:ext cx="10972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015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doctors back in the driver's seat of their own financial future."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6B7C"/>
                </a:solidFill>
              </a:rPr>
              <a:t>PhysicianLabs  ·  Product Strategy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SLIDE 02  ·  KILLER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OMTM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3749040" cy="126187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60704"/>
            <a:ext cx="9144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Time-to-First-Insight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50876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does a new clinic operator see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7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ROI signal after onboarding?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TARGET: &lt; 10 minutes to first insight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25% lift in activation → 34% more MRR.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= the moment the clinic operator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their first real financial clarity signal.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529584"/>
            <a:ext cx="3749040" cy="201168"/>
          </a:xfrm>
          <a:prstGeom prst="rect">
            <a:avLst/>
          </a:prstGeom>
          <a:solidFill>
            <a:srgbClr val="D1E8EC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529584"/>
            <a:ext cx="234315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673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Industry activation avg: 37.5%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70832" y="804672"/>
            <a:ext cx="4453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28090"/>
                </a:solidFill>
              </a:rPr>
              <a:t>KILLER FEATURE — THE ROI DECISION FLASH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0832" y="1060704"/>
            <a:ext cx="4453128" cy="3017520"/>
          </a:xfrm>
          <a:prstGeom prst="rect">
            <a:avLst/>
          </a:prstGeom>
          <a:solidFill>
            <a:srgbClr val="0A2540"/>
          </a:solidFill>
          <a:ln w="12700">
            <a:solidFill>
              <a:srgbClr val="1A3A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1060704"/>
            <a:ext cx="4453128" cy="310896"/>
          </a:xfrm>
          <a:prstGeom prst="rect">
            <a:avLst/>
          </a:prstGeom>
          <a:solidFill>
            <a:srgbClr val="0D3352"/>
          </a:solidFill>
          <a:ln w="12700">
            <a:solidFill>
              <a:srgbClr val="0D33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0881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PhysicianLabs  ·  ROI Decision Flash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62272" y="1481328"/>
            <a:ext cx="23774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62272" y="1481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4813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 &lt; 5 min — connect your clinic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62272" y="1847088"/>
            <a:ext cx="23774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1847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8470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live Revenue Gap — staffing vs. capacity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2157984"/>
            <a:ext cx="4224528" cy="475488"/>
          </a:xfrm>
          <a:prstGeom prst="rect">
            <a:avLst/>
          </a:prstGeom>
          <a:solidFill>
            <a:srgbClr val="0D3352"/>
          </a:solidFill>
          <a:ln w="12700">
            <a:solidFill>
              <a:srgbClr val="13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Revenue Gap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0" y="23591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$14,200 / mo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▲ 2 unfilled shifts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62272" y="2724912"/>
            <a:ext cx="23774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62272" y="2724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27249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If" simulator — fill the gap, see the ROI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3035808"/>
            <a:ext cx="4224528" cy="475488"/>
          </a:xfrm>
          <a:prstGeom prst="rect">
            <a:avLst/>
          </a:prstGeom>
          <a:solidFill>
            <a:srgbClr val="0D3352"/>
          </a:solidFill>
          <a:ln w="12700">
            <a:solidFill>
              <a:srgbClr val="134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063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Fill 2 shifts by Friday →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32278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$14,200 + reach Q3 milestone 18 days early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62272" y="3602736"/>
            <a:ext cx="237744" cy="23774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602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540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602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action — post the shift, start the clock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70832" y="4133088"/>
            <a:ext cx="4453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↑  Wireframe: ROI Decision Flash — first screen after onboarding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SLIDE 03  ·  PRODUCT CAPABILITY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STATE  —  No in-house engineering. Two paths to ship the Killer Feature: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133856"/>
            <a:ext cx="413308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33856"/>
            <a:ext cx="4133088" cy="4937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33856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 1  ·  Retool + Airtable MVP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755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STACK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76072" y="193852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Retool (dashboard) + Airtable (data) + Zapier (triggers)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COST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6072" y="241401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$0–$50 / month — free tiers cover design partner stage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27066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BUILD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6072" y="288950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weeks: connect Airtable schema → build Retool panels → wire Zapier alerts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3182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USER EXP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76072" y="336499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inputs staffing data → dashboard auto-calculates revenue gap + What-If projection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WHEN TO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76072" y="384048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prove the concept with 1 design partner before writing a line of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LIMIT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6072" y="43159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customer-facing; internal tool only — fine for PoC stage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133856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133856"/>
            <a:ext cx="4023360" cy="49377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133856"/>
            <a:ext cx="3694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PATH 2  ·  Bubble.io + Design Partner Co-build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175564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STACK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73752" y="193852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Bubble.io (full web app) + Xano or Airtable (backend) + Stripe (payment)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73752" y="22311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COST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73752" y="24140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$5K–$15K via no-code freelancer (Contra, Toptal, Upwork)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3752" y="27066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BUILD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73752" y="288950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weeks: UX wireframes → Bubble build → design partner co-tests → iterate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73752" y="3182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USER EXP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73752" y="336499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operator logs into a real web app — onboards, sees ROI Flash dashboard, takes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3752" y="3657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WHEN TO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73752" y="3840480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convert design partners to paid PoC — they co-fund in exchange for early access + input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73752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28090"/>
                </a:solidFill>
              </a:rPr>
              <a:t>LIMIT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73752" y="431596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scalable than custom code — but proven to $1B+ revenue (Dividend Finance used Bubble)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4700016"/>
            <a:ext cx="8321040" cy="274320"/>
          </a:xfrm>
          <a:prstGeom prst="rect">
            <a:avLst/>
          </a:prstGeom>
          <a:solidFill>
            <a:srgbClr val="E0F2F4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183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Path 1 (free, this week). If design partner validates the insight in ≤ 30 days, commission Path 2 as the paid PoC.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PhysicianLabs — Product Strategy</dc:title>
  <dc:subject>PptxGenJS Presentation</dc:subject>
  <dc:creator>PptxGenJS</dc:creator>
  <cp:lastModifiedBy>PptxGenJS</cp:lastModifiedBy>
  <cp:revision>1</cp:revision>
  <dcterms:created xsi:type="dcterms:W3CDTF">2026-06-10T02:18:11Z</dcterms:created>
  <dcterms:modified xsi:type="dcterms:W3CDTF">2026-06-10T02:18:11Z</dcterms:modified>
</cp:coreProperties>
</file>