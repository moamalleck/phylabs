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SLIDE 01  ·  ONE-SENTENCE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PhysicianLabs gives independent clinic operators </a:t>
            </a:r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ROI visibility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every staffing decision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D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they recover revenue and thrive faster,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B8D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living across disconnected spreadsheets and tools.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329184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520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doctors back in the driver's seat of their own financial future."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6B7C"/>
                </a:solidFill>
              </a:rPr>
              <a:t>PhysicianLabs  ·  GTM Strategy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SLIDE 02  ·  VALUE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PRIMARY BENEFIT  —  Homepage Headline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16152"/>
            <a:ext cx="8321040" cy="93268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16152"/>
            <a:ext cx="91440" cy="9326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61872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ROI of every decision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make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SECONDARY BENEFITS  —  Supporting Bullets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" y="2724912"/>
            <a:ext cx="38404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7249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3090672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recovery, not just reporting.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3621024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exactly which staffing gaps are costing you — and close them before they compound.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65176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02152" y="2724912"/>
            <a:ext cx="38404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7249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2152" y="3090672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to your next financial milestone.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2152" y="3621024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spend vs. benefit in real time so you know precisely how fast you're growing — and what's slowing you down.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2724912"/>
            <a:ext cx="38404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7249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28232" y="3090672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Not five tools duct-taped together.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3621024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Accuro, Epic workarounds, and spreadsheet chaos with a single decision-intelligence layer.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SLIDE 03  ·  TARGET ACQUISITION CHANNELS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77724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PRIORITY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25880" y="987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Sales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16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Outbound / Relationship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5544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healthcare runs on trust — no one buys a clinical ops platform from a landing page. With 5 LOIs and 2 design partners already in pipeline, direct sales is the only channel that converts at this stage.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170432"/>
            <a:ext cx="2624328" cy="658368"/>
          </a:xfrm>
          <a:prstGeom prst="rect">
            <a:avLst/>
          </a:prstGeom>
          <a:solidFill>
            <a:srgbClr val="F0F8FA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17043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LOIs  ·  2 Design Partners  ·  $799/mo target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40280"/>
            <a:ext cx="777240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02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1480" y="29352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PRIORITY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2313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 / Virality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6426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Physician Network Word-of-Mouth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28803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communities are tight-knit and trust peer recommendations above all else. Two of our earliest leads (Saf, Sameer) originated from referral chains — a signal to systematise, not ignore.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2496312"/>
            <a:ext cx="2624328" cy="658368"/>
          </a:xfrm>
          <a:prstGeom prst="rect">
            <a:avLst/>
          </a:prstGeom>
          <a:solidFill>
            <a:srgbClr val="F0F8FA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4963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 LOIs sourced via referral  ·  High trust signal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566160"/>
            <a:ext cx="777240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661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11480" y="4261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PRIORITY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25880" y="3639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/ SEO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9684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Organic Search  —  Long Horizon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42062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operators actively search for staffing, scheduling, and financial visibility solutions. Owning those keywords with decision-intelligence content positions PhysicianLabs as the category authority before paying for reach.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822192"/>
            <a:ext cx="2624328" cy="658368"/>
          </a:xfrm>
          <a:prstGeom prst="rect">
            <a:avLst/>
          </a:prstGeom>
          <a:solidFill>
            <a:srgbClr val="F0F8FA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82219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 runway  ·  Layer on after PMF  ·  Compounds over 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Strategy: Dominate one channel before layering the next.  Sales → Referral → Content.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GTM Strategy</dc:title>
  <dc:subject>PptxGenJS Presentation</dc:subject>
  <dc:creator>PptxGenJS</dc:creator>
  <cp:lastModifiedBy>PptxGenJS</cp:lastModifiedBy>
  <cp:revision>1</cp:revision>
  <dcterms:created xsi:type="dcterms:W3CDTF">2026-07-06T19:25:06Z</dcterms:created>
  <dcterms:modified xsi:type="dcterms:W3CDTF">2026-07-06T19:25:06Z</dcterms:modified>
</cp:coreProperties>
</file>