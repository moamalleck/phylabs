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0"/>
            <a:ext cx="47548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0A1628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114800" y="0"/>
            <a:ext cx="146304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097280"/>
            <a:ext cx="59436" cy="274320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10058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58368" y="178308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TurboTax Moment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Physician Practice Formation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" y="29992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advisory. Fixed curriculum. Fixed price.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8368" y="3657600"/>
            <a:ext cx="347472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3749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 Malleck   |   ash.malleck@gmail.com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7045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|  Demo Day  |  May 2026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0" y="47045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teaches you to heal. Not to run a business.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mother: OBGYN in South Africa. Exceptional clinician — no financial foundation. She still does not believe there is any benefit to incorporating her clinic. There is.</a:t>
            </a:r>
            <a:endParaRPr lang="en-US" sz="16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brother: Orthopedic surgeon. Missed $200,000+ in tax savings because he structured his practice wrong. He found out 18 months later. It could not be fixed.</a:t>
            </a:r>
            <a:endParaRPr lang="en-US" sz="16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sister: Physician who wants to go independent. She stays in a hospital she resents because the financial risk feels too high without a roadmap.</a:t>
            </a:r>
            <a:endParaRPr lang="en-US" sz="16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healthcare system teaches you medicine. It teaches you nothing about money. But it still expects you to run a business." — A radiologist friend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045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|  The Problem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0" y="47045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11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to 10,000 physicians go independent every year. Three mistakes destroy most of them.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2651760" cy="1508760"/>
          </a:xfrm>
          <a:prstGeom prst="rect">
            <a:avLst/>
          </a:prstGeom>
          <a:solidFill>
            <a:srgbClr val="0A1628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59436" cy="1508760"/>
          </a:xfrm>
          <a:prstGeom prst="rect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719072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 to $400K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85216" y="245059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loss from wrong entity structure or wrong incorporation timing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1645920"/>
            <a:ext cx="2651760" cy="1508760"/>
          </a:xfrm>
          <a:prstGeom prst="rect">
            <a:avLst/>
          </a:prstGeom>
          <a:solidFill>
            <a:srgbClr val="0A1628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645920"/>
            <a:ext cx="59436" cy="1508760"/>
          </a:xfrm>
          <a:prstGeom prst="rect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719072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to $450K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74136" y="245059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 from 90-day credentialing delay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1645920"/>
            <a:ext cx="2651760" cy="1508760"/>
          </a:xfrm>
          <a:prstGeom prst="rect">
            <a:avLst/>
          </a:prstGeom>
          <a:solidFill>
            <a:srgbClr val="0A1628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645920"/>
            <a:ext cx="59436" cy="1508760"/>
          </a:xfrm>
          <a:prstGeom prst="rect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1719072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63056" y="245059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new clinics walk into a working capital crisis at months 2 to 4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8229600" cy="132588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83280"/>
            <a:ext cx="59436" cy="132588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49300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783080" y="349300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physicians who engage an external advisor launch on time and on budget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349300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97880" y="3493008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903720" y="349300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go it alone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MGMA 2023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045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|  The Scale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0" y="47045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11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firms that solve this work. They are just not available to everyone.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3931920" cy="1600200"/>
          </a:xfrm>
          <a:prstGeom prst="rect">
            <a:avLst/>
          </a:prstGeom>
          <a:solidFill>
            <a:srgbClr val="0A1628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59436" cy="160020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$30,000 to $60,000 Solution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consulting firms that solve pre-launch physician practice problems are real. Physicians who engage them succeed at 84%. They work.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931920" cy="1600200"/>
          </a:xfrm>
          <a:prstGeom prst="rect">
            <a:avLst/>
          </a:prstGeom>
          <a:solidFill>
            <a:srgbClr val="0A1628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645920"/>
            <a:ext cx="59436" cy="1600200"/>
          </a:xfrm>
          <a:prstGeom prst="rect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37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Barrier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219456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Ad-hoc, relationship-dependent, available only to physicians who already know the right people. My mother did not. My brother did not. My sister does not.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8229600" cy="128016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429000"/>
            <a:ext cx="59436" cy="128016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520440"/>
            <a:ext cx="7818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knowledge exists. The curriculum does not. The access does not. PhysicianLabs is the system that should have existed all along."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045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|  The Gap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0" y="47045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11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PhysicianLabs: Fixed curriculum. Fixed price. No relationship required.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knowledge as the $30K to $60K consulting firms. Delivered in a structured 12-week program.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three preventable mistakes: entity structure, credentialing, and working capital planning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built from real engagements with independent physicians at the pre-launch stage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referral network included: accountants, attorneys, and credentialing consultants — vetted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from $500 self-serve to $10,000 done-for-you — every physician can start somewhere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069080"/>
            <a:ext cx="59436" cy="68580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114800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TurboTax analogy: TurboTax did not replace CPAs. It made their knowledge accessible to people who could not afford a CPA. PhysicianLabs does the same for practice formation.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7045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|  The Solution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0" y="47045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11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tiers. One system. Every physician can start somewhere.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64792"/>
            <a:ext cx="2651760" cy="2926080"/>
          </a:xfrm>
          <a:prstGeom prst="rect">
            <a:avLst/>
          </a:prstGeom>
          <a:solidFill>
            <a:srgbClr val="0A1628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64792"/>
            <a:ext cx="265176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9019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Kit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1792" y="2359152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50-step self-serve digital toolkit. Entity selection, credentialing checklist, working capital model.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373075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21792" y="42793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627632"/>
            <a:ext cx="2651760" cy="3154680"/>
          </a:xfrm>
          <a:prstGeom prst="rect">
            <a:avLst/>
          </a:prstGeom>
          <a:solidFill>
            <a:srgbClr val="0D2040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627632"/>
            <a:ext cx="265176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7647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Program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10712" y="2221992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founder-guided program. Weekly structured sessions, specialist introductions, and accountability.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10712" y="382219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10712" y="43708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$200/month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764792"/>
            <a:ext cx="2651760" cy="2926080"/>
          </a:xfrm>
          <a:prstGeom prst="rect">
            <a:avLst/>
          </a:prstGeom>
          <a:solidFill>
            <a:srgbClr val="0A1628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764792"/>
            <a:ext cx="265176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19019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Launch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199632" y="2359152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White-glove done-for-you engagement. We handle everything — entity, credentialing, and financial planning.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99632" y="373075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99632" y="42793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$200/month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045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|  The Product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0" y="47045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11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23.5:1 LTV to CAC. Zero paid acquisition in Year 1.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265176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190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$198K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physicians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paid CAC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645920"/>
            <a:ext cx="265176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7190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057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$600K to $760K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0" y="26974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+ early SaaS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645920"/>
            <a:ext cx="265176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7190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2057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 to $2.5M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72200" y="26974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+ marketplace network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196596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00400"/>
            <a:ext cx="196596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73552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$4,600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66928" y="39502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487168" y="3200400"/>
            <a:ext cx="196596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87168" y="3200400"/>
            <a:ext cx="196596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96896" y="3273552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23.5:1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596896" y="39502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to CAC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17136" y="3200400"/>
            <a:ext cx="196596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7136" y="3200400"/>
            <a:ext cx="196596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273552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626864" y="39502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47104" y="3200400"/>
            <a:ext cx="196596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47104" y="3200400"/>
            <a:ext cx="196596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6832" y="3273552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656832" y="39502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Year 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0" y="3273552"/>
            <a:ext cx="822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No paid engagements yet. First paid engagement target: 30 days.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7045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|  Business Model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943600" y="47045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11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$23M to $46M new-launch wedge. $290M ongoing subscription behind 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82296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64208"/>
            <a:ext cx="2651760" cy="1417320"/>
          </a:xfrm>
          <a:prstGeom prst="rect">
            <a:avLst/>
          </a:prstGeom>
          <a:solidFill>
            <a:srgbClr val="0A1628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64208"/>
            <a:ext cx="59436" cy="1417320"/>
          </a:xfrm>
          <a:prstGeom prst="rect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73736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to 10,000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85216" y="246888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independent physician practices launched per year in the US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1664208"/>
            <a:ext cx="2651760" cy="1417320"/>
          </a:xfrm>
          <a:prstGeom prst="rect">
            <a:avLst/>
          </a:prstGeom>
          <a:solidFill>
            <a:srgbClr val="0A1628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664208"/>
            <a:ext cx="59436" cy="1417320"/>
          </a:xfrm>
          <a:prstGeom prst="rect">
            <a:avLst/>
          </a:prstGeom>
          <a:solidFill>
            <a:srgbClr val="4FC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73736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$23M to $46M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74136" y="246888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TAM — new-launch advisory, United States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1664208"/>
            <a:ext cx="2651760" cy="141732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664208"/>
            <a:ext cx="59436" cy="141732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173736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$290M/yr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63056" y="246888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subscription TAM (120,000+ existing independent practices at $200/mo)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3931920" cy="1463040"/>
          </a:xfrm>
          <a:prstGeom prst="rect">
            <a:avLst/>
          </a:prstGeom>
          <a:solidFill>
            <a:srgbClr val="0A1628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46120"/>
            <a:ext cx="59436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101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Headwind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367588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physician ownership dropped from 60.1% (2012) to 42.2% (2024). The total market is contracting.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54880" y="3246120"/>
            <a:ext cx="3931920" cy="1463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246120"/>
            <a:ext cx="59436" cy="146304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3101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Tailwind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937760" y="367588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physicians choosing independence today do it deliberately. Smaller market. More motivated. Higher willingness to pay. Exactly the customer for PhysicianLabs.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045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|  The Market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0" y="47045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11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competition is not fighting for this customer.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727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63240" y="157276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PRICE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26280" y="157276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CURRICULUM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89320" y="157276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NETWORK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52360" y="157276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PRACTICE-SPECIFIC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2082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Consulting ($30K+)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63240" y="202082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202082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89320" y="202082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52360" y="202082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270662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(forums, books)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63240" y="270662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26280" y="270662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89320" y="270662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52360" y="270662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339242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Employment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63240" y="339242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26280" y="339242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89320" y="339242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52360" y="339242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977640"/>
            <a:ext cx="59436" cy="64008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07822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063240" y="407822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526280" y="407822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989320" y="407822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452360" y="407822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045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|  Competition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43600" y="47045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11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founder-market fit.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59436" cy="310896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45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19659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structuring complex advisory engagements for high-stakes clients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2423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+ AWS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27432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years in product management — built and scaled products globally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Family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35204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Brother: orthopedic surgeon, 2 independent practices opened. Mother: OBGYN, 30+ years private practice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3977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42976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up watching independent physicians navigate a broken financial system without a guide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0" y="1600200"/>
            <a:ext cx="3657600" cy="310896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1600200"/>
            <a:ext cx="365760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6916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Specific Founder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2148840"/>
            <a:ext cx="33375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McKinsey engagement model is structurally identical to a concierge clinic launch: scope the problem, build the workplan, deliver the outcome, hand over the framework.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spent 5 years learning that model. I have spent my entire life watching the people I love navigate this problem without it.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the right person to build this.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045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|  The Team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0" y="47045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of 11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am asking from this panel today.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82296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2697480" cy="2468880"/>
          </a:xfrm>
          <a:prstGeom prst="rect">
            <a:avLst/>
          </a:prstGeom>
          <a:solidFill>
            <a:srgbClr val="162B50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1328" y="1691640"/>
            <a:ext cx="640080" cy="6400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1328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" y="2423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Introductions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290779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physicians in your networks who are considering independent practice in the next 6 to 18 months.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10128" y="1600200"/>
            <a:ext cx="2697480" cy="2468880"/>
          </a:xfrm>
          <a:prstGeom prst="rect">
            <a:avLst/>
          </a:prstGeom>
          <a:solidFill>
            <a:srgbClr val="162B50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4256" y="1691640"/>
            <a:ext cx="640080" cy="6400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34256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423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 Conversations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290779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with pre-launch physicians willing to help shape the curriculum, pricing, and delivery format.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63056" y="1600200"/>
            <a:ext cx="2697480" cy="2468880"/>
          </a:xfrm>
          <a:prstGeom prst="rect">
            <a:avLst/>
          </a:prstGeom>
          <a:solidFill>
            <a:srgbClr val="162B50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87184" y="1691640"/>
            <a:ext cx="640080" cy="6400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87184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27648" y="2423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Perspective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27648" y="290779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on scaling a professional services model into a SaaS and marketplace business from your areas of expertise.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4224528"/>
            <a:ext cx="9144000" cy="918972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224528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31596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114800" y="431596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TurboTax Moment for Physician Practice Formation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431596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ash.malleck@gmail.com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2026-05-20T00:25:25Z</dcterms:created>
  <dcterms:modified xsi:type="dcterms:W3CDTF">2026-05-20T00:25:26Z</dcterms:modified>
</cp:coreProperties>
</file>