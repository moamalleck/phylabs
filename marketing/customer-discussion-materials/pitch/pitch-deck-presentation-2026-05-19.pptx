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Moment for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Physician Practice Formation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|  HealthTech  |  Professional Services Advisory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ash.malleck@gmail.com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Preventable Mistakes Destroy Physician Wealth Before the Doors Open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 timing: wrong entity structure costs $200K to $400K in tax losses over 5 years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 sequence: a 90-day enrollment delay costs $100K to $450K in lost revenue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capital: 92% of new clinics hit a cash crisis at months 2 to 4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physicians with an advisor launch on time and on budget. 42% without one. (MGMA 2023)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Curriculum. Fixed Price. The Same Outcome as a $45,000 Consulting Firm.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fixed-curriculum, fixed-price pre-launch advisory program for independent physicians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Launch Kit  |  $2,500 Launch Program (12-week)  |  $10,000 Full Launch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$200/month ongoing advisory subscription post-launch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 network required — accessible to any physician going independent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50-Step Pre-Launch Curriculum + Vetted Specialist Network. Concierge Now, SaaS in Year 2.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50-step checklist, 12-week program, founder-delivered via Zoom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entity formation timing, credentialing sequence, working capital, licensing, specialist introductions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SaaS platform replaces Zoom delivery — same curriculum, marginal cost near zero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two-sided marketplace — physicians (demand) + vetted specialists (supply), network effects compound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Discovery Interviews. 3 Warm Referrals in Progress. First Close: 30 Days.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paying customers yet — answering that in the next 30 days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discovery interviews validated: incorporation timing and working capital are the highest-anxiety stages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warm referrals requested this week from the physician network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engagement target: 30 days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23.5:1 LTV to CAC. Blended ARPU $4,600. Three Tiers to SaaS to Marketplace.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Tiers: $500 one-time  |  $2,500 + $200/mo  |  $10,000 + $200/mo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$4,600  |  LTV:CAC 23.5:1  |  Gross margin &gt;80%  |  CAC $200 (organic)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$198K  |  Year 2: $600K to $760K  |  Year 3: $1.8M to $2.5M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validates  →  SaaS scales  →  Marketplace compounds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 to $46M New-Launch TAM. $290M Ongoing Subscription TAM Behind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New-launch TAM: 5K to 10K new practice formations/year × $30K to $60K = $23M to $46M annually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Headwind: independent ownership dropped from 60% to 42% since 2012 (AMA) — acknowledged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Tailwind: DPC market $61.34B, 10 to 15% CAGR. Intentional independence = higher willingness to pay.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TAM: 120,000+ existing practices × $200/month = $290M/year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Productized Competitor in a Market of $30K to $60K Ad Hoc Consulting Firms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incumbents: Physicians Thrive, Independent Practice Partners, TruMediq, Cornerstone, PPS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produce the 84% outcome — but ad hoc, relationship-dependent, no fixed price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PhysicianLabs: first productized competitor. Fixed curriculum. Fixed price. No referral network required.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specialist referral network built engagement by engagement — 18 to 24 months, cannot be purchased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CAC via Physician Communities, Warm Referrals, and Specialist Reciprocity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warm physician referrals + Doximity, Sermo, APTA PPS communities (zero paid CAC)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sprint: 3 referrals in flight → discovery calls → first paid engagement close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SEO content + paid search + specialist reciprocal referrals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each specialist in the network becomes a referral source — CAC falls as network grows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Advisory + Amazon/AWS Product Scale + A Family of Physicians Who Lived This Problem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and Company, 5 years — structured advisory for complex client financial situations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and AWS, 11 years — product management and global scale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 mother (OBGYN, private practice, missed the incorporation benefit), brother (2 clinics, missed $200K+), sister (won't launch without a roadmap)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domain knowledge — lived experience of the problem and warm access to the ICP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$250K to $500K Pre-Seed + Warm Introductions to Physicians Going Independent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8412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 to $500,000 pre-seed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12-month founder runway  |  15 paid engagements  |  SaaS MVP  |  $25K community and content</a:t>
            </a:r>
            <a:endParaRPr lang="en-US" sz="1800" dirty="0"/>
          </a:p>
          <a:p>
            <a:pPr marL="177800" indent="-177800">
              <a:spcBef>
                <a:spcPts val="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panel: warm intros to pre-launch physicians  |  design partner conversations  |  advisory on scaling professional services</a:t>
            </a:r>
            <a:endParaRPr lang="en-US" sz="1800" dirty="0"/>
          </a:p>
          <a:p>
            <a:pPr marL="177800" indent="-1778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milestone already in motion — funding accelerates pace, not the first 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2026-05-19T23:11:08Z</dcterms:created>
  <dcterms:modified xsi:type="dcterms:W3CDTF">2026-05-19T23:11:08Z</dcterms:modified>
</cp:coreProperties>
</file>