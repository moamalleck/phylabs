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Moment for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Physician Practice Formation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HealthTech  |  Professional Services Advisory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ash.malleck@gmail.com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Preventable Mistakes Destroy Physician Wealth Before the Doors Open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to 18 months before opening is the most financially dangerous period of a physician's career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timing: wrong entity structure costs $200K to $400K in tax losses over 5 years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 sequence: a 90-day payer enrollment delay costs $100K to $450K in lost revenue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capital: 92% of new independent clinics hit a cash crisis at months 2 to 4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medical school teaches medicine. It teaches nothing about money. But independent practice expects both.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physicians with an external advisor launch on time and on budget at 84% vs. 42% without one (MGMA 2023)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$30K to $60K consulting firms that solve this exist and work — but they are ad hoc, relationship-dependent, and accessible only to physicians who already know the right people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Curriculum. Fixed Price. The Same Outcome as a $45,000 Consulting Firm.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is the first fixed-curriculum, fixed-price pre-launch advisory program for independent physicians</a:t>
            </a:r>
            <a:endParaRPr lang="en-US" sz="1500" dirty="0"/>
          </a:p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 as the $30K to $60K consulting firms — structured, sequenced, and priced for any physician going independent, not just the ones with the right referral network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TurboTax analogy: TurboTax did not replace accountants — it productized their knowledge at a fixed price, accessible to anyone. PhysicianLabs does the same for physician practice formation.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tiers: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Launch Kit — 50-step self-serve digital toolkit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Launch Program — 12-week founder-guided program with specialist introductions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Full Launch — white-glove done-for-you coordination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 $200/month ongoing advisory subscription post-launch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Pre-Launch Curriculum + Vetted Specialist Network. Concierge Now, SaaS in Year 2.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Founder-delivered, 50-step pre-launch checklist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program framework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delivery + structured documents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covers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formation timing and structure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credentialing sequence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planning and cash flow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state licensing, compliance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network: healthcare CPAs, attorneys, credentialing consultants, malpractice brokers — introduced at the right checklist stage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1097280"/>
            <a:ext cx="10973" cy="3520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concierge-first is the right strategy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engagements generate the SaaS product spec from real usage data, not assumptions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engagement adds one vetted specialist to the network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Things That Don't Scale" — the concierge phase makes the SaaS precise, not generic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SaaS platform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 replaces Zoom delivery — same curriculum, marginal cost per physician approaches zero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Two-sided marketplace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(demand) + vetted specialists (supply)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effects: every new physician adds specialist demand; every specialist adds physician supply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Discovery Interviews. 3 Warm Referrals in Progress. First Close: 30 Days.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(honest)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paying customers yet — the most important open question is being answered in the next 30 days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customer discovery interviews completed on Mom Test discipline: past behavior and real financial pain, not forward-looking purchase intent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signals from discovery: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timing and working capital planning are the highest-anxiety stages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did not know where to start without structured guidance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$30K to $60K consulting alternative was known but dismissed as inaccessible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now: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warm referrals being requested this week from the physician network (brother's orthopedic network and personal contacts)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application live on the website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engagement target: 30 days. If 5 discovery calls close without a customer, we will have specific, actionable data on exactly why.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23.5:1 LTV to CAC. Blended ARPU $4,600. Three Tiers to SaaS to Marketplace.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tiers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one-time (Launch Kit)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+ $200/month (Launch Program)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+ $200/month (Full Launch)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(Year 1 projections)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ARPU: $4,600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$200 (zero paid — organic acquisition)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LTV:CAC: 23.5:1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greater than 80%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$198K (65 physicians, zero paid CAC)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$600K to $760K (concierge + early SaaS)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$1.8M to $2.5M (SaaS + marketplace fees)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1097280"/>
            <a:ext cx="10973" cy="3520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business evolution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Concierge validates the model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engagements prove revenue and generate SaaS spec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SaaS scales it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platform: same curriculum, marginal cost near zero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Marketplace compounds it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network becomes a two-sided marketplace with network effects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incumbent can copy the checklist content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the specialist referral network built relationship by relationship over 18 to 24 months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$23M to $46M New-Launch TAM. $290M Ongoing Subscription TAM Behind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New-launch advisory TAM (the wedge)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to 10,000 new independent physician practice formations per year in the US (AMA)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formation: $30K to $60K currently spent on unproductized consulting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New-launch TAM: $23M to $46M annually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headwind — say it before the investor does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physician ownership dropped from 60.1% in 2012 to 42.2% in 2024 (AMA Physician Practice Benchmark Survey)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tailwind — and why the headwind makes it stronger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choosing independence today do it deliberately, not by default — a smaller, more motivated, higher-willingness-to-pay market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Primary Care market: $61.34B, growing at 10 to 15% annually (CAGR)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physician-ownership platforms launched in 2025 to enable independent practice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TAM (what makes this fund-returnable)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120,000+ existing independent practices in the US at $200/month = $290M/year ongoing subscription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Productized Competitor in a Market of $30K to $60K Ad Hoc Consulting Firms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incumbents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Thrive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 Partners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TruMediq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 Healthcare Consulting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Practice Specialists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incumbents do right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domain expertise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specialist access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 — they produce the 84% outcome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1097280"/>
            <a:ext cx="10973" cy="3520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PhysicianLabs does differently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curriculum — no ad hoc delivery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 — $500 to $10,000, not $30K to $60K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referral network required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SaaS and marketplace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claim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first to serve this market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make it accessible and productized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 network built relationship by relationship — 18 to 24 months minimum, cannot be purchased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CAC via Physician Communities, Warm Referrals, and Specialist Reciprocity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zero paid CAC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referrals: brother's orthopedic network and personal physician contacts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communities: Doximity, Sermo, APTA PPS, specialty Facebook groups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 on pre-launch financial mistakes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application on website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sprint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warm referrals requested this week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calls on Mom Test discipline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engagement close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precision, not broadcast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trust peer referrals above advertising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before PMF is waste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1097280"/>
            <a:ext cx="10973" cy="3520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evolution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content: "how to start a medical practice," "payer credentialing sequence"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targeting physicians actively searching for formation guidance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channel: reciprocal referrals from the vetted specialist network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evolution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vetted specialist in the network becomes an organic referral source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reduce CAC as the specialist network grows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mirrors the product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acquisition (Year 1) → productized inbound (Year 2) → marketplace distribution (Year 3)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Advisory + Amazon/AWS Product Scale + A Family of Physicians Who Lived This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Bef>
                <a:spcPts val="1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Malleck — Founder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and Company, 5 years: structured advisory delivery for complex client financial situations — structurally identical to a concierge clinic launch engagement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and AWS, 11 years: product management and global scale — the direct pathway to SaaS and marketplace architecture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family (the unfair advantage):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Mother: OBGYN who ran multi-location private practices in South Africa and Canada — never incorporated despite clear tax benefits; the problem in lived form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Brother: orthopedic surgeon who opened 2 independent clinics and missed $200K+ by structuring it wrong — the problem quantified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Sister: physician who stays in a hospital she resents because the launch risk feels too high without a roadmap — the problem preventing action</a:t>
            </a:r>
            <a:endParaRPr lang="en-US" sz="1500" dirty="0"/>
          </a:p>
          <a:p>
            <a:pPr marL="457200" indent="-457200">
              <a:spcBef>
                <a:spcPts val="100"/>
              </a:spcBef>
              <a:spcAft>
                <a:spcPts val="300"/>
              </a:spcAft>
              <a:buSzPct val="100000"/>
              <a:buChar char="◦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founder: not just domain knowledge — lived, personal experience of the exact problem, and warm access to the ICP that most founders would spend 12 months building</a:t>
            </a:r>
            <a:endParaRPr lang="en-US" sz="1500" dirty="0"/>
          </a:p>
          <a:p>
            <a:pPr marL="152400" indent="-152400"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 2 physician members identified through discovery interviews, being formalized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773168"/>
            <a:ext cx="859536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09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 |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9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182880"/>
            <a:ext cx="64008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6304"/>
            <a:ext cx="8430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$250K to $500K Pre-Seed + Warm Introductions to Physicians Going Independent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" y="1033272"/>
            <a:ext cx="8631936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ask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 to $500,000 pre-seed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(12 months)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founder runway (12 months)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15 paid engagements — proves revenue model, generates SaaS product spec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MVP development from engagement-generated spec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to $30K community and content investment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funding unlocks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paying physicians before the SaaS is built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vetted specialists across 4 categories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$600K to $760K Year 2 revenue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2272" y="1097280"/>
            <a:ext cx="10973" cy="3520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7899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milestone (with or without this round)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engagement already in motion — funding accelerates pace, not the first test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panel specifically: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 to pre-launch physicians in your networks — the highest-leverage single action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conversations: physicians within 12 months of opening an independent clinic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perspective on productizing a professional services model at scale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signal</a:t>
            </a:r>
            <a:endParaRPr lang="en-US" sz="1400" dirty="0"/>
          </a:p>
          <a:p>
            <a:pPr marL="381000" indent="-381000">
              <a:spcAft>
                <a:spcPts val="200"/>
              </a:spcAft>
              <a:buSzPct val="100000"/>
              <a:buChar char="◦"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founder is not waiting for funding to start testing. The 30-day critical path is already in motion.</a:t>
            </a:r>
            <a:endParaRPr lang="en-US" sz="1400" dirty="0"/>
          </a:p>
          <a:p>
            <a:pPr marL="152400" indent="-152400">
              <a:spcBef>
                <a:spcPts val="500"/>
              </a:spcBef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PhysicianLabs. The TurboTax moment for physician practice formation.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2026-05-19T22:28:26Z</dcterms:created>
  <dcterms:modified xsi:type="dcterms:W3CDTF">2026-05-19T22:28:26Z</dcterms:modified>
</cp:coreProperties>
</file>