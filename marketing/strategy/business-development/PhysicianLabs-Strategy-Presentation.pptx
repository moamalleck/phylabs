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PhysicianLabs gives independent clinic operators real-time ROI visibility on every staffing decision — so they recover revenue faster, without living in spreadsheets. Our mission: put doctors back in the driver's seat of their own financial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co-founders: me on strategy and GTM; Dr. Sameer Gafoor, interventional cardiologist, as Chief Medical Officer; and Dr. Saf Malleck, orthopedic surgeon who's launched two clinics, leading clinical partnerships. All on equity. Plus a medical-finance advisor in discussion. No other staff yet — that's deliberate; the concierge model defers hiring until we raise.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critical hires, ranked. First and most urgent: a technical co-founder to build the platform — sourced through YC co-founder matching and ex-EHR engineers. Second, a revenue-cycle expert to harden the 'find $20K' promise. Then a founding engineer, a healthcare-SaaS account executive, and a customer-success lead to retain the subscription.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gives independent clinic operators 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ROI visibility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staffing decision — so they 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revenue faster</a:t>
            </a:r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without living in spreadsheets.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943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“Put doctors back in the driver's seat of their own financial future.”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latest one-sentence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931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Co-Founders  ·  1 Advisor (in discussion)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331720"/>
                <a:gridCol w="1051560"/>
                <a:gridCol w="3246120"/>
                <a:gridCol w="21031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skills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 Malleck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&amp; CEO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Strategy, GTM, fundraising, product, customer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McKinsey; Amazon; 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Sameer Gafoor, 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Co-Founder &amp; Chief Medical Officer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strategy, concierge-medicine model, payer &amp; market insight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Interventional Cardiologist (Seattle)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Malleck, 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Co-Founder &amp; Head of Clinical Partnerships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setup &amp; ops, 2 clinic launches, incorporation/tax, physician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 Surgeon (Ontario)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Phan / Vu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 — Medical Finance (in discussion)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(advisor)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 finance education, wealth &amp; tax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medical-finance webinars (Toronto)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freelancers &amp; volunteers: none yet — by design (the concierge MVP defers the engineering hire). First hires → Gap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931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next hires, in rank order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14600"/>
                <a:gridCol w="397764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we'll find strong candidates (≥2 strategies)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Co-Founder / 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(TypeScript, Next.js, Node, Postgres); 0→1 build; EHR/data integrations; HIPAA-aware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YC Co-Founder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Recruit ex-athenahealth / Tebra / Epic engineers via 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Warm Amazon / EA / McKinsey network intros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RCM / Medical Billing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Denials, E/M coding, payer contracts, billing audits — the credibility behind “we find $20K”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AAPC certified-coder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Poach from RCM / billing firms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r/medicalbilling + healthtech communities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 Full-Stack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/ Node / Postgres; dashboards &amp; integrations; fast, high-ownership shipper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Wellfound / YC “Work at a Startup”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Active GitHub maintainers in the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Referrals from the 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 Account Executive (Healthcare SaaS)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Consultative physician sales; concierge-PoC close; pipeline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Poach from EHR / medtech vendors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Pavilion + healthcare-SaaS sales communities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 / Implementation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Onboarding, audit delivery, RCM literacy, retention of the $599/mo subscription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Ex-EHR implementation specialists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Healthtech CS communities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Design-partner referrals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Strategy Presentation</dc:title>
  <dc:subject>PptxGenJS Presentation</dc:subject>
  <dc:creator>Ash Malleck</dc:creator>
  <cp:lastModifiedBy>Ash Malleck</cp:lastModifiedBy>
  <cp:revision>1</cp:revision>
  <dcterms:created xsi:type="dcterms:W3CDTF">2026-06-25T23:02:13Z</dcterms:created>
  <dcterms:modified xsi:type="dcterms:W3CDTF">2026-06-25T23:02:13Z</dcterms:modified>
</cp:coreProperties>
</file>