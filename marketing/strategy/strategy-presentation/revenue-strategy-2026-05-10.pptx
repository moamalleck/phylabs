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743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595360" cy="13716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PhysicianLabs is the launch operating system for independent physicians — guiding them through every credentialing, billing, compliance, and patient acquisition step so they reach their first paid patient without the cash crisis that closes 1 in 3 new clinics.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56032" y="466344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Chelsea Parkman (FI Mentor) · May 7, 2026 — "That's excellent. I think that is really strong."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Ranked by Fit  ·  Biggest Challenge Per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32104"/>
            <a:ext cx="8595360" cy="13716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14600" y="9326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23560" y="9326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CHALLENGE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" y="1225296"/>
            <a:ext cx="8778240" cy="1170432"/>
          </a:xfrm>
          <a:prstGeom prst="rect">
            <a:avLst/>
          </a:prstGeom>
          <a:solidFill>
            <a:srgbClr val="112035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1225296"/>
            <a:ext cx="475488" cy="11704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1389888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$149–$249 / month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33472" y="1335024"/>
            <a:ext cx="10973" cy="950976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1316736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monthly fee. Predictable MRR. Clinics already pay this way for EHR software. No long contract.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87568" y="1335024"/>
            <a:ext cx="10973" cy="950976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316736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physicians carry $200K+ in med school debt with zero clinic revenue. Charging before their first patient is psychologically and financially hard — ROI proof required before they have income to protect.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4592" y="2450592"/>
            <a:ext cx="8778240" cy="1170432"/>
          </a:xfrm>
          <a:prstGeom prst="rect">
            <a:avLst/>
          </a:prstGeom>
          <a:solidFill>
            <a:srgbClr val="0D1A2D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2450592"/>
            <a:ext cx="475488" cy="11704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" y="2615184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$2,500–$5,000 one-time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33472" y="2560320"/>
            <a:ext cx="10973" cy="950976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06624" y="2542032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White-glove, done-for-you clinic launch (the "Business Doula" model). High willingness to pay for compliance and credentialing handled correctly.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87568" y="2560320"/>
            <a:ext cx="10973" cy="950976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2542032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scale. Every engagement requires founder or human time. Risks becoming a consulting firm instead of a software company. Margin is capped by labour.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" y="3675888"/>
            <a:ext cx="8778240" cy="1170432"/>
          </a:xfrm>
          <a:prstGeom prst="rect">
            <a:avLst/>
          </a:prstGeom>
          <a:solidFill>
            <a:srgbClr val="112035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3675888"/>
            <a:ext cx="475488" cy="11704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" y="384048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/ Milestone Fee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milestone achieved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33472" y="3785616"/>
            <a:ext cx="10973" cy="950976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6624" y="3767328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when a verifiable milestone is reached: payer credential approved, first patient booked, first insurance payment received. Aligns cost with outcome.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87568" y="3785616"/>
            <a:ext cx="10973" cy="950976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3767328"/>
            <a:ext cx="3063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billable event is hard. Customers may dispute attribution. Metering infrastructure adds technical complexity before product-market fit is confirmed.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5544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REVENUE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Model  ·  Challenging steps marked  ⚠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731520"/>
            <a:ext cx="8595360" cy="13716"/>
          </a:xfrm>
          <a:prstGeom prst="rect">
            <a:avLst/>
          </a:prstGeom>
          <a:solidFill>
            <a:srgbClr val="007A70"/>
          </a:solidFill>
          <a:ln w="12700">
            <a:solidFill>
              <a:srgbClr val="007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0"/>
            <a:ext cx="2834640" cy="3931920"/>
          </a:xfrm>
          <a:prstGeom prst="rect">
            <a:avLst/>
          </a:prstGeom>
          <a:solidFill>
            <a:srgbClr val="112035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822960"/>
            <a:ext cx="2834640" cy="4572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9611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SaaS Subscription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344168"/>
            <a:ext cx="237744" cy="237744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33959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30759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2–3 design partners (free)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908048"/>
            <a:ext cx="237744" cy="237744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90347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187147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product delivers the 50-step guide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47192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46735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" y="243535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Set price &amp; collect first payment before physician has clinic income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035808"/>
            <a:ext cx="237744" cy="237744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03123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" y="299923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self-serve onboarding — remove founder dependency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59968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59511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356311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Retain for 3+ months (ROI visible only post-opening)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4163568"/>
            <a:ext cx="237744" cy="237744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415899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" y="412699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from first 3 paying clinics → expand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72968" y="822960"/>
            <a:ext cx="2834640" cy="3931920"/>
          </a:xfrm>
          <a:prstGeom prst="rect">
            <a:avLst/>
          </a:prstGeom>
          <a:solidFill>
            <a:srgbClr val="112035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72968" y="822960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696" y="89611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Professional Services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4408" y="134416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133959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75304" y="130759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service packages ($2,500 / $5,000 tiers)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64408" y="190804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190347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75304" y="187147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for design partners → build case studies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64408" y="247192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246735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75304" y="243535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close first 3 paying clients (founder-led)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64408" y="303580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64408" y="303123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75304" y="299923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50% upfront, 50% at first payer credential approval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64408" y="359968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359511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575304" y="356311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Scale without becoming a consulting firm — systematise or hire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64408" y="416356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64408" y="415899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575304" y="4126992"/>
            <a:ext cx="2322576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revenue to fund SaaS product build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81344" y="822960"/>
            <a:ext cx="2761488" cy="3931920"/>
          </a:xfrm>
          <a:prstGeom prst="rect">
            <a:avLst/>
          </a:prstGeom>
          <a:solidFill>
            <a:srgbClr val="112035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81344" y="822960"/>
            <a:ext cx="2761488" cy="4572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896112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Usage-Based / Milestone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72784" y="134416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72784" y="133959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83680" y="1307592"/>
            <a:ext cx="2249424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Define the right billable event (credential? patient? payment?)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72784" y="1908048"/>
            <a:ext cx="237744" cy="237744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72784" y="190347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583680" y="1871472"/>
            <a:ext cx="2249424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metering &amp; tracking before charging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72784" y="2471928"/>
            <a:ext cx="237744" cy="237744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2784" y="246735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83680" y="2435352"/>
            <a:ext cx="2249424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customer on success definition (signed)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72784" y="3035808"/>
            <a:ext cx="237744" cy="237744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72784" y="303123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83680" y="2999232"/>
            <a:ext cx="2249424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milestone → collect payment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72784" y="3599688"/>
            <a:ext cx="237744" cy="23774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72784" y="359511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583680" y="3563112"/>
            <a:ext cx="2249424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Handle attribution disputes (customer claims self-sufficiency)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72784" y="4163568"/>
            <a:ext cx="237744" cy="237744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72784" y="4158996"/>
            <a:ext cx="237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583680" y="4126992"/>
            <a:ext cx="2249424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enough milestones per customer to be viable ARPU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64592" y="4764024"/>
            <a:ext cx="8778240" cy="292608"/>
          </a:xfrm>
          <a:prstGeom prst="rect">
            <a:avLst/>
          </a:prstGeom>
          <a:solidFill>
            <a:srgbClr val="0D2A1A"/>
          </a:solidFill>
          <a:ln w="6350">
            <a:solidFill>
              <a:srgbClr val="007A7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47640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starting model:  #2 Professional Services to generate first revenue + fund #1 SaaS build.  Do not start with #3 until post-PMF.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PhysicianLabs Revenue Strategy</dc:title>
  <dc:subject>PptxGenJS Presentation</dc:subject>
  <dc:creator>PhysicianLabs</dc:creator>
  <cp:lastModifiedBy>PhysicianLabs</cp:lastModifiedBy>
  <cp:revision>1</cp:revision>
  <dcterms:created xsi:type="dcterms:W3CDTF">2026-05-11T07:00:34Z</dcterms:created>
  <dcterms:modified xsi:type="dcterms:W3CDTF">2026-05-11T07:00:34Z</dcterms:modified>
</cp:coreProperties>
</file>